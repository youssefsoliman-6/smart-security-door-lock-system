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84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SECURITY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LOCK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 ·  3-Phase Development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Tinkercad Prototype  |  Phase 2: Wokwi Simulation  |  Phase 3: Real Implementation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274320" cy="27432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1097280"/>
            <a:ext cx="274320" cy="27432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1097280"/>
            <a:ext cx="274320" cy="27432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600200"/>
            <a:ext cx="274320" cy="27432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600200"/>
            <a:ext cx="274320" cy="27432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600200"/>
            <a:ext cx="274320" cy="27432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progressive 3-phase development of an Arduino-based smart door lock, starting from a basic prototype and evolving into a fully-featured real-life security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Prototype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2377440" cy="18288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button-controlled lock with servo motor, LED indicators, and auto-lock timer. Built on Arduino UNO.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6517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6002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+ Arduino Mega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944368"/>
            <a:ext cx="2377440" cy="18288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system with RFID, 4×4 keypad, LCD display, EEPROM, multi-user roles, lockout &amp; admin menu.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600200"/>
            <a:ext cx="26517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6002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Implementation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944368"/>
            <a:ext cx="2377440" cy="18288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build with RFID RC522, 3×4 keypad, LCD 16×2, buzzer, servo &amp; full feature parity on live hardware.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Prototype — Tinkercad (Arduino UNO)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371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validation with a minimal component set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Circuit Diagram (Tinkercad)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5" name="Image 0" descr="/home/claude/phas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50292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868680"/>
            <a:ext cx="310896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 Arduino UNO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207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23560" y="1636776"/>
            <a:ext cx="310896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1682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Push Button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19751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2 — Lock trigger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23560" y="2404872"/>
            <a:ext cx="310896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2450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Red LED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2743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4 — Locked state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3172968"/>
            <a:ext cx="310896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Green LED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0" y="35112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3 — Unlocked state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23560" y="3941064"/>
            <a:ext cx="310896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9867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Servo Motor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15000" y="4279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9 — Door bolt (0°/90°)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initialises — servo moves to 0° (LOCKED), Red LED turns 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463040"/>
            <a:ext cx="0" cy="27432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64792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7190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 Detected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9339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LOW→HIGH transition on Pin 2 triggers the unlock sequence.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0" cy="27432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9464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237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Unlocked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9806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rotates to 90°, Red LED OFF, Green LED ON. Serial log: 'Door unlocked!'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072384"/>
            <a:ext cx="0" cy="27432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74136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3284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(3 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027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3 000 ms the system automatically re-locks — servo to 0°, Red LED 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877056"/>
            <a:ext cx="0" cy="27432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78808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Re-lock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4074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button press while unlocked immediately re-locks the door.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Code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509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constants &amp; objects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179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BUTTON_PIN = 2;  const int GREEN_LED = 3;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RED_LED = 4;     const int SERVO_PIN  = 9;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doorLock;            bool isLocked = true;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AUTO_LOCK_DELAY = 3000; // 3 seconds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939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Unlock → wait → auto-lock sequence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51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(isLocked) {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7797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isLocked = false;  updateLockState();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0083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delay(AUTO_LOCK_DELAY);   // door stays open 3 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isLocked = true;   updateLockState(); // auto-lock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65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694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227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updateLockState() — drives LEDs + servo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doorLock.write(isLocked ? 0 : 90);  // 0°=LOCKED  90°=UNLOCKED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Simulation — Wokwi (Arduino Mega)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371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 ·  PIN Keypad  ·  LCD  ·  EEPROM  ·  Multi-user  ·  Admin Menu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Simulation Circuit (Wokwi)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5" name="Image 0" descr="/home/claude/phas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530352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841248"/>
            <a:ext cx="3017520" cy="3986784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896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261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Arduino Mega 2560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0" y="17647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MFRC522 RFID Reader (SPI)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52160" y="2267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4×4 Matrix Keypad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52160" y="2770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LCD 16×2 (I2C, 0x27)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52160" y="3273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Servo Motor (Pin 6)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52160" y="37764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Buzzer (Pin 7)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52160" y="4279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 LED (Pin 5)  +  Green LED (Pin 4)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96112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69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73352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registered cards for instant access by UID matching.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896112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969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15184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Entry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15184" y="1673352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digit PIN via 4×4 keypad; # to confirm, * to clear.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896112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969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91456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Roles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91456" y="1673352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User (×2) · Guest — each with unique PIN &amp; card.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76288" y="896112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969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67728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7728" y="1673352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failed attempts triggers 30 s lockout with alarm sound.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70048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8912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447288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PIN unlocks the system even during lockout.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23744" y="2670048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23744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615184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Persist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15184" y="3447288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PINs, UIDs, lockout state saved across power cycles.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0016" y="2670048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0016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91456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Code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91456" y="3447288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'911' activates an emergency alarm sequence.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76288" y="2670048"/>
            <a:ext cx="2103120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76288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🔇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67728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Mode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67728" y="3447288"/>
            <a:ext cx="1920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mute all buzzer sounds via the menu.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System State Machine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96112"/>
            <a:ext cx="1463040" cy="457200"/>
          </a:xfrm>
          <a:prstGeom prst="rect">
            <a:avLst/>
          </a:prstGeom>
          <a:solidFill>
            <a:srgbClr val="0D1B2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8961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SYS_IDLE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463040" cy="457200"/>
          </a:xfrm>
          <a:prstGeom prst="rect">
            <a:avLst/>
          </a:prstGeom>
          <a:solidFill>
            <a:srgbClr val="B91C1C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SYS_LOCKED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1874520"/>
            <a:ext cx="1463040" cy="457200"/>
          </a:xfrm>
          <a:prstGeom prst="rect">
            <a:avLst/>
          </a:prstGeom>
          <a:solidFill>
            <a:srgbClr val="1D4ED8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ADMIN_LOGIN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0" y="1874520"/>
            <a:ext cx="1463040" cy="457200"/>
          </a:xfrm>
          <a:prstGeom prst="rect">
            <a:avLst/>
          </a:prstGeom>
          <a:solidFill>
            <a:srgbClr val="1D4ED8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ADMIN_MENU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874520"/>
            <a:ext cx="1463040" cy="457200"/>
          </a:xfrm>
          <a:prstGeom prst="rect">
            <a:avLst/>
          </a:prstGeom>
          <a:solidFill>
            <a:srgbClr val="6D28D9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ROLE_SELECT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0" y="1874520"/>
            <a:ext cx="1463040" cy="457200"/>
          </a:xfrm>
          <a:prstGeom prst="rect">
            <a:avLst/>
          </a:prstGeom>
          <a:solidFill>
            <a:srgbClr val="6D28D9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USER_EDIT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71800" y="3200400"/>
            <a:ext cx="1463040" cy="457200"/>
          </a:xfrm>
          <a:prstGeom prst="rect">
            <a:avLst/>
          </a:prstGeom>
          <a:solidFill>
            <a:srgbClr val="0F766E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7180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CHANGE_PIN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353312"/>
            <a:ext cx="9144" cy="52120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508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fails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97280" y="2331720"/>
            <a:ext cx="3474720" cy="914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359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Admin PIN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03520" y="2103120"/>
            <a:ext cx="274320" cy="914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103120"/>
            <a:ext cx="274320" cy="9144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2331720"/>
            <a:ext cx="9144" cy="86868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 respond to keypad input, RFID scans, and timeout events.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Implementation — Arduino UNO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371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build with full feature parity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Real-Life Build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5" name="Image 0" descr="/home/claude/phase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502920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841248"/>
            <a:ext cx="3291840" cy="4069080"/>
          </a:xfrm>
          <a:prstGeom prst="rect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896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Pin Map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7784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8660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57784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RC522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8660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SS=10, RST=9 (SPI)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3×4 Keypad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8660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2,3,8,A0 | Cols: A1,A2,A3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77840" y="2551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 (I2C)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86600" y="25511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0x27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7784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86600" y="29809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6 — 90°=locked, 0°=open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7784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86600" y="3410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7 — tones &amp; alarm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7784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86600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5 — denied / locked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77840" y="4270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86600" y="4270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4 — granted / open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UNO Adaptations vs Mega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229600" cy="1844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(Mega)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(UNO)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(16 keys)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3×4 (12 keys)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A–D keys removed; * and # retained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Pin-out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ports (22–29)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pins A0–A3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pin shortage workaround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write()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ramp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±2° steps for realistic door 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icons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custom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/ Unlock icons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lcd.createChar() byte arrays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menu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2-option card menu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card, remove card per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select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key to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→ User two-step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state SYS_USER_SELECT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strings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strings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F() macro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SRAM on 2 KB 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Code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1A223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509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Smooth servo motion — unique to Phase 3 (UNO)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179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openDoor() 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doorServo.attach(SERVO_PIN);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p = LOCK_POS; p &gt;= UNLOCK_POS; p -= 2) 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doorServo.write(p);  delay(10);  // gradual unlock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939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delay(200);  doorServo.detach();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51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7797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F() macro — saves precious 2 KB SRAM on UNO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0083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show(F("SCAN CARD"), F("OR ENTER PIN"));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65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RFID card override during lockout (new in Phase 3)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694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(uidBelongsToAdmin(uid, size))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227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clearLockout();  show(F("RFID OVERRIDE"), F("LOCK CLEARED"));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987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Mega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+ PIN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+ PIN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Monitor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16×2 (I2C)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16×2 (I2C)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3×4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(Admin/User/Guest)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(Admin/User/Guest)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EEPROM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(30 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(30 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Menu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Panic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(911)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(911)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Assign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(via menu)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Servo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(ramp)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Tinkercad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Wokwi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Conclusions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 validated the core lock/unlock mechanic with minimal components.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2 proved the full security architecture in a risk-free virtual environment.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3 demonstrated real-world feasibility on limited Arduino UNO hardware.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EEPROM persistence ensures settings survive power loss.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Role-based access, lockout, admin override &amp; panic mode provide layered security.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work: WiFi/BLE remote unlock, camera integration, mobile app control.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Security Door Lock System  ·  3-Phase Arduino Project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1275</Words>
  <Application>Microsoft Office PowerPoint</Application>
  <PresentationFormat>On-screen Show (16:9)</PresentationFormat>
  <Paragraphs>256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Security Door System</dc:title>
  <dc:subject>PptxGenJS Presentation</dc:subject>
  <dc:creator>Smart Lock Project</dc:creator>
  <cp:lastModifiedBy>Youssef Soliman</cp:lastModifiedBy>
  <cp:revision>2</cp:revision>
  <dcterms:created xsi:type="dcterms:W3CDTF">2026-05-09T10:33:52Z</dcterms:created>
  <dcterms:modified xsi:type="dcterms:W3CDTF">2026-05-09T10:48:11Z</dcterms:modified>
</cp:coreProperties>
</file>